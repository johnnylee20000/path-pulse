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h-pulse-logo-animate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427" y="502920"/>
            <a:ext cx="2148840" cy="2148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2697480"/>
            <a:ext cx="10637215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INTRODUCTION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PATH-PULSE</a:t>
            </a:r>
          </a:p>
          <a:p>
            <a:pPr algn="ctr">
              <a:lnSpc>
                <a:spcPct val="135000"/>
              </a:lnSpc>
              <a:spcAft>
                <a:spcPts val="600"/>
              </a:spcAft>
              <a:defRPr sz="1500" b="0">
                <a:solidFill>
                  <a:srgbClr val="9CA3AF"/>
                </a:solidFill>
                <a:latin typeface="Segoe UI"/>
              </a:defRPr>
            </a:pPr>
            <a:r>
              <a:t>Tactical Bio-Lab in the browser — movement as mission, data as protocol. This presentation walks through how Path-Pulse was adapted for the web, what each major feature does, and the reasoning behind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PATH-PULSE</a:t>
            </a:r>
          </a:p>
          <a:p>
            <a:pPr algn="ctr">
              <a:spcAft>
                <a:spcPts val="12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Adaptations &amp; Features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 tactical bio-lab in the browser: movement as mission, data as protocol. This deck summarizes how Path-Pulse was adapted for the web and why each major feature exists.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ADAPTATION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Browser-first · PWA · Single codebase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Path-Pulse was adapted as a Progressive Web App so Explorers can run the Lab without an app store: HTTPS or localhost for GPS, install to home screen, data in localStorage by default.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Remove install friction; keep privacy-first (on-device storage) until an optional API is added.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One web codebase (path-pulse-web) keeps docs, marketing, and deployment aligned.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ONBOARDING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Explorer’s Oath &amp; PRISM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The Oath frames consent and mindset; PRISM delivers a scripted welcome (voice optional) so the first moment feels like mission control—not a generic form.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Narrative hooks retention; PRISM mirrors the product brief (Tactical Bio-Lab) and Flutter doc flow.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Web Speech API + optional haptics approximate “assistant” without native 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PERSISTENCE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Service worker &amp; offline map tiles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 service worker caches map tiles and core assets so the map degrades gracefully when connectivity drops.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Expeditions happen outdoors—spotty signal should not blank the map entirely.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HOME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Kinetic ring · Mission · Widgets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Daily steps toward a goal, weekly distance mission (e.g. 2 km), explorer ID/level/rank—and optional Fuel and Expedition blocks you can hide for a cleaner HUD.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Gamification without shame—objective progress bars; widgets optional so power users customize density.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MAP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Expedition · Replay · Ghost-Path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Leaflet + dark basemap: record a live GPS route, replay it as a time-lapse (5s/8s/15s, loop), and overlay your last completed route as a dashed “ghost” while a new expedition runs—race your past self.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Ghost-Path brings “AR Ghost” narrative to the web map; last route persists in storage after reload.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Replay turns a route into a shareable, cinematic recap.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TIME &amp; STEPS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Steps &amp; calories by calendar day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Steps and meals are keyed by local date; at midnight the “today” bucket resets so gauges and logs match how people think about their day—not a single endless counter.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Aligns reporting with local sleep/wake cycles; avoids stale totals after crossing midnight.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FUEL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TDEE · Goals · Meals · Calorie→weight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BMR (Mifflin–St Jeor), TDEE = BMR × PAL from steps (WHO/FAO style). Choose Lose/Maintain/Gain to set the gauge target. Log breakfast/lunch/dinner with Save + timestamp. Balance vs burn; rough kg equivalent from kcal.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International formulas; goal presets translate intent into a single daily target for the dial.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Split meals improve recall vs one giant number; timestamps support habit auditing.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PROFILE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Units · BMI · Body composition · Calendar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Height (m/cm/ft), weight (kg/lbs), WHO BMI with optional Asian cut-offs. Body fat: Deurenberg or Navy (waist/neck/hip). Visceral proxy; muscle/bone estimates. Progress calendar shows steps, km, kcal, weight per day.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Clinically familiar units; Navy improves fat estimate when circumferences exist.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Calendar makes longitudinal progress visible without leaving Profile.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REPORT &amp; DATA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Weekly diagnostic · Share · Export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Report: distance, steps, verdict, weekly calories. Share text includes calories + calorie goal. Export JSON for backup. Optional report image (html2canvas).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Shareable summaries for accountability; export supports data ownership and migration.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POLISH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Accessibility · Install · Portrait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ARIA labels, keyboard-friendly nav, reduced-motion respect. Dismissible install banner. Manifest portrait for phone-first use.</a:t>
            </a:r>
          </a:p>
          <a:p>
            <a:pPr algn="ctr">
              <a:lnSpc>
                <a:spcPct val="122000"/>
              </a:lnSpc>
              <a:spcAft>
                <a:spcPts val="800"/>
              </a:spcAft>
              <a:defRPr sz="1300" b="0">
                <a:solidFill>
                  <a:srgbClr val="FFFFFF"/>
                </a:solidFill>
                <a:latin typeface="Segoe UI"/>
              </a:defRPr>
            </a:pPr>
            <a:r>
              <a:t>◆  Logic: Inclusive defaults; PWA hints reduce “just a website” friction on mobile.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5715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F5FF"/>
                </a:solidFill>
                <a:latin typeface="Segoe UI"/>
              </a:defRPr>
            </a:pPr>
            <a:r>
              <a:t>ACKNOWLEDGEMENTS</a:t>
            </a:r>
          </a:p>
          <a:p>
            <a:pPr algn="ctr">
              <a:spcAft>
                <a:spcPts val="1200"/>
              </a:spcAft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With gratitude</a:t>
            </a:r>
          </a:p>
          <a:p>
            <a:pPr algn="ctr">
              <a:lnSpc>
                <a:spcPct val="128000"/>
              </a:lnSpc>
              <a:spcAft>
                <a:spcPts val="1200"/>
              </a:spcAft>
              <a:defRPr sz="1400" b="0">
                <a:solidFill>
                  <a:srgbClr val="9CA3AF"/>
                </a:solidFill>
                <a:latin typeface="Segoe UI"/>
              </a:defRPr>
            </a:pPr>
            <a:r>
              <a:t>Special thank you to the Ludwitt Academy, the Rose Foundation, the Hearts and Minds Program, and Cursor—for equipping me with knowledge, opportunity, and platforms to create; for helping expand my thinking; and for the tools that let me translate thoughts into actions and words. This work would not be the same without your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CA3AF"/>
                </a:solidFill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