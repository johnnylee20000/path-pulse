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1002975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TACTICAL BIO-LAB</a:t>
            </a:r>
          </a:p>
          <a:p>
            <a:pPr algn="l">
              <a:spcAft>
                <a:spcPts val="10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Path-Pulse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  <a:defRPr sz="1500" b="0">
                <a:solidFill>
                  <a:srgbClr val="9CA3AF"/>
                </a:solidFill>
                <a:latin typeface="Segoe UI"/>
              </a:defRPr>
            </a:pPr>
            <a:r>
              <a:t>Your body is the hardware. Movement is the mission. A browser-based fitness lab for steps, routes, and progress—no app store required.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Explorer-first onboarding with the Oath and PRISM welcome—then straight into the grid.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Dark Obsidian UI with cyan &amp; lime accents—built for focus, day or night.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1002975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ACCESS</a:t>
            </a:r>
          </a:p>
          <a:p>
            <a:pPr algn="l">
              <a:spcAft>
                <a:spcPts val="10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Runs in the browser · PWA-ready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  <a:defRPr sz="1500" b="0">
                <a:solidFill>
                  <a:srgbClr val="9CA3AF"/>
                </a:solidFill>
                <a:latin typeface="Segoe UI"/>
              </a:defRPr>
            </a:pPr>
            <a:r>
              <a:t>Open index.html via a local server for GPS, or install to your home screen for a standalone feel.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localStorage keeps your data on-device by default—private and offline-friendly.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Optional Node backend for sync and Web Push when you set PATH_PULSE_API.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1002975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HOME</a:t>
            </a:r>
          </a:p>
          <a:p>
            <a:pPr algn="l">
              <a:spcAft>
                <a:spcPts val="10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Daily pulse &amp; goals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  <a:defRPr sz="1500" b="0">
                <a:solidFill>
                  <a:srgbClr val="9CA3AF"/>
                </a:solidFill>
                <a:latin typeface="Segoe UI"/>
              </a:defRPr>
            </a:pPr>
            <a:r>
              <a:t>A kinetic step ring tracks progress toward your goal. See explorer ID, level, rank, BMI, BMR, burn, and protocol at a glance.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Manual step entry so you can align with your watch or phone totals.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Quick actions—jump to Map, Report, Expedition, or scroll to Energy from the home strip.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1002975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MOTION</a:t>
            </a:r>
          </a:p>
          <a:p>
            <a:pPr algn="l">
              <a:spcAft>
                <a:spcPts val="10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Auto steps from the device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  <a:defRPr sz="1500" b="0">
                <a:solidFill>
                  <a:srgbClr val="9CA3AF"/>
                </a:solidFill>
                <a:latin typeface="Segoe UI"/>
              </a:defRPr>
            </a:pPr>
            <a:r>
              <a:t>Turn on motion to estimate steps from accelerometer / device motion—useful when you keep the app open while you move.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Smart messaging: expedition GPS distance doesn’t double-count against motion when both could apply.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Tab visibility handling keeps step accounting consistent when you switch apps.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1002975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MAP</a:t>
            </a:r>
          </a:p>
          <a:p>
            <a:pPr algn="l">
              <a:spcAft>
                <a:spcPts val="10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Expeditions on a live map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  <a:defRPr sz="1500" b="0">
                <a:solidFill>
                  <a:srgbClr val="9CA3AF"/>
                </a:solidFill>
                <a:latin typeface="Segoe UI"/>
              </a:defRPr>
            </a:pPr>
            <a:r>
              <a:t>Leaflet map, geolocation, and Start / Stop Expedition to record your route in cyan. Distance HUD shows session track, odometer, and expedition step estimates.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Route replay with duration presets—time-lapse-style playback.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Ghost-Path—race your previous route on the map.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Demo routes for showcases when you’re testing without live GPS.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1002975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MISSION</a:t>
            </a:r>
          </a:p>
          <a:p>
            <a:pPr algn="l">
              <a:spcAft>
                <a:spcPts val="10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Weekly mission &amp; fuel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  <a:defRPr sz="1500" b="0">
                <a:solidFill>
                  <a:srgbClr val="9CA3AF"/>
                </a:solidFill>
                <a:latin typeface="Segoe UI"/>
              </a:defRPr>
            </a:pPr>
            <a:r>
              <a:t>Walk a set distance each week (e.g. mission km), track completion, and monitor your energy / fuel widget alongside the rest of your stats.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Mission progress and status on Home—clear, gamified, and tied to your expedition distance.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1002975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REPORT</a:t>
            </a:r>
          </a:p>
          <a:p>
            <a:pPr algn="l">
              <a:spcAft>
                <a:spcPts val="10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Diagnostics that respect your calendar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  <a:defRPr sz="1500" b="0">
                <a:solidFill>
                  <a:srgbClr val="9CA3AF"/>
                </a:solidFill>
                <a:latin typeface="Segoe UI"/>
              </a:defRPr>
            </a:pPr>
            <a:r>
              <a:t>Day, week, month, and year views with charts and rollups—steps, distance, burn, water, exercise, and more.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Date keys use local calendar days so week and month boundaries match where you live—not UTC drift.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Tap points for richer detail: meals, sleep, heart rate, blood pressure when logged.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1002975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PROFILE</a:t>
            </a:r>
          </a:p>
          <a:p>
            <a:pPr algn="l">
              <a:spcAft>
                <a:spcPts val="10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Baseline &amp; reminders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  <a:defRPr sz="1500" b="0">
                <a:solidFill>
                  <a:srgbClr val="9CA3AF"/>
                </a:solidFill>
                <a:latin typeface="Segoe UI"/>
              </a:defRPr>
            </a:pPr>
            <a:r>
              <a:t>Weight, height, age, sex, units, body metrics, goals, and optional daily reminders—your lab profile drives BMR, BMI, and burn estimates.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Configurable calorie goal and predictive fueling mindset aligned with the app’s protocol language.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1002975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SHARE &amp; SYNC</a:t>
            </a:r>
          </a:p>
          <a:p>
            <a:pPr algn="l">
              <a:spcAft>
                <a:spcPts val="10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Capture &amp; optional cloud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  <a:defRPr sz="1500" b="0">
                <a:solidFill>
                  <a:srgbClr val="9CA3AF"/>
                </a:solidFill>
                <a:latin typeface="Segoe UI"/>
              </a:defRPr>
            </a:pPr>
            <a:r>
              <a:t>html2canvas support for sharing visuals. Connect the optional API for device sync and Web Push nudges when the backend is configured.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See backend/README.md for VAPID keys and deployment notes.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1002975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START</a:t>
            </a:r>
          </a:p>
          <a:p>
            <a:pPr algn="l">
              <a:spcAft>
                <a:spcPts val="10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Initialize the grid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  <a:defRPr sz="1500" b="0">
                <a:solidFill>
                  <a:srgbClr val="9CA3AF"/>
                </a:solidFill>
                <a:latin typeface="Segoe UI"/>
              </a:defRPr>
            </a:pPr>
            <a:r>
              <a:t>Path-Pulse is your tactical bio-lab for movement data: oath, map, report, profile—one tab, full mission.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Open index.html in the browser (after starting a local server).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◆  Tip: serve over localhost or HTTPS for best geolocation results.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35508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631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20188 PC TREAVAJO</cp:lastModifiedBy>
  <cp:revision>1</cp:revision>
  <dcterms:created xsi:type="dcterms:W3CDTF">2013-01-27T09:14:16Z</dcterms:created>
  <dcterms:modified xsi:type="dcterms:W3CDTF">2026-03-21T16:27:10Z</dcterms:modified>
  <cp:category/>
</cp:coreProperties>
</file>